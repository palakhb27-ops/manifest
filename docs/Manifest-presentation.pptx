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81" r:id="rId11"/>
    <p:sldId id="265" r:id="rId12"/>
    <p:sldId id="266" r:id="rId13"/>
    <p:sldId id="268" r:id="rId14"/>
    <p:sldId id="275" r:id="rId15"/>
    <p:sldId id="277" r:id="rId16"/>
    <p:sldId id="278"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BC0A7F-8F82-4C29-845E-EE5FA3FFDA50}" v="3" dt="2025-02-16T08:04:26.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4079F-7A1C-E1C0-BB91-29885ED260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53CD1E-BF77-C525-FBE2-80CE9D40A5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F04D3E-7406-C335-75AC-3AEB80997422}"/>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F3D907EF-62D8-DF86-5349-25F94446F0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727CE8-6F28-0C86-D09C-0D00B80BDC08}"/>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1299579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8456-DB0C-D221-BAF3-EA4162EDCC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894E43-506B-781C-1F10-882D8D3497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3DDE03-1D55-500C-8ACA-B07D4CFC3A9D}"/>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EF5F516A-F681-9A9F-5DA7-7BCB3CADE5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2B8A9F-5D74-8621-7D7E-2B0211FFB969}"/>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165458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2B9B-DD21-FC02-AFE1-3A3D51D9ED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E566F4-8263-3FDE-49F3-2CB935C16D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BB1659-8707-A783-1625-916A5419AE1B}"/>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C2295A83-3EBF-F5DC-EF99-82DE087847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A63AD4-204F-627E-ED09-5E1E8FEA25C3}"/>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1817293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DB57-3309-06A9-4987-35733B53CA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9CD69A-C900-6AC6-F224-F48451DA33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CD0730-189C-F7CA-85FB-E605CD7E9B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F63607-B499-56B2-575E-7E7F0BA0B71D}"/>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6" name="Footer Placeholder 5">
            <a:extLst>
              <a:ext uri="{FF2B5EF4-FFF2-40B4-BE49-F238E27FC236}">
                <a16:creationId xmlns:a16="http://schemas.microsoft.com/office/drawing/2014/main" id="{CD4E5CFF-0818-AC6E-5A05-9E6F47FCEA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BC65E6-0119-C2C2-7FFF-87E0C3FE9C19}"/>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197991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59AF-61C2-1B43-F3EA-455F2B0729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2B8998-8CA0-4009-CDB3-FA5AEA0B7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64AD3E-8D5C-D5F1-99CD-190FA8CC8F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A4AA2D-6743-68AE-5C60-CC82D9066B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66D9E4-DCDF-F578-28C2-AFBA89E1D0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2488F3-2322-DA72-3930-D9A0B0D6868C}"/>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8" name="Footer Placeholder 7">
            <a:extLst>
              <a:ext uri="{FF2B5EF4-FFF2-40B4-BE49-F238E27FC236}">
                <a16:creationId xmlns:a16="http://schemas.microsoft.com/office/drawing/2014/main" id="{7AABE7A1-3E45-4FF1-3C56-A9FCABE212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B02CC3-73B4-4C1C-91EC-7516AFED8C50}"/>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409309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3674D-0FBE-B837-FCA8-C2FFD8AF4E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4210C5-F5B5-738B-2019-93B8A9C2A399}"/>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4" name="Footer Placeholder 3">
            <a:extLst>
              <a:ext uri="{FF2B5EF4-FFF2-40B4-BE49-F238E27FC236}">
                <a16:creationId xmlns:a16="http://schemas.microsoft.com/office/drawing/2014/main" id="{5D572A04-94E8-AAA8-2795-75D78EDC8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762B1D-CE1A-7447-AEBF-1FDC0BDD4583}"/>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2464310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4C51DF-23CC-6E65-ED1D-D52DD04B61F3}"/>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3" name="Footer Placeholder 2">
            <a:extLst>
              <a:ext uri="{FF2B5EF4-FFF2-40B4-BE49-F238E27FC236}">
                <a16:creationId xmlns:a16="http://schemas.microsoft.com/office/drawing/2014/main" id="{8D4E9388-7A9A-9A07-C5AF-1F5496459B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1341AE-2227-ED4A-A0E6-4BCE1983FDC9}"/>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731008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2028E-C121-CF82-FAFF-54D17BED22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9F2447-9CD8-C9BA-CF98-EDCD23A6A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365D76-EDEB-C946-A362-EC497FC80B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8F97EB-7F53-441A-D636-CCF170840A9E}"/>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6" name="Footer Placeholder 5">
            <a:extLst>
              <a:ext uri="{FF2B5EF4-FFF2-40B4-BE49-F238E27FC236}">
                <a16:creationId xmlns:a16="http://schemas.microsoft.com/office/drawing/2014/main" id="{3157C7A4-A324-66CC-3A3A-5A148A5442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BEDE12-11B4-ED54-71D2-4265D01581F9}"/>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232555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44B9-BD0A-C605-53D1-F1D39A6CE5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A3DF21-ABFD-43D7-8AE3-49286468E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29797E-B95A-622A-DB57-B515BAA04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18243F-E691-CF53-08CF-9036F9C7026C}"/>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6" name="Footer Placeholder 5">
            <a:extLst>
              <a:ext uri="{FF2B5EF4-FFF2-40B4-BE49-F238E27FC236}">
                <a16:creationId xmlns:a16="http://schemas.microsoft.com/office/drawing/2014/main" id="{25EF93CC-9F33-CE3E-3177-93920EAE9E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966301-E793-22DE-2A04-14E19B42196B}"/>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2616765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D18E-7B69-FDA8-99C7-44A2BC79F8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F051DF-5D36-50DF-766F-037C3BD9F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FFCF62-45D7-EEE0-AE8B-8D0ED376B8DB}"/>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79B43F05-EC20-B043-133E-EF60BAE785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3562B-769B-36B7-F504-C28D8FAD628A}"/>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226210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165402-57F6-D0E7-1AAF-EC21D66291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AAE8F3-CA96-A201-F84F-3743AC3541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3900A-3284-145D-2FF4-4BC1E9F9F97F}"/>
              </a:ext>
            </a:extLst>
          </p:cNvPr>
          <p:cNvSpPr>
            <a:spLocks noGrp="1"/>
          </p:cNvSpPr>
          <p:nvPr>
            <p:ph type="dt" sz="half" idx="10"/>
          </p:nvPr>
        </p:nvSpPr>
        <p:spPr/>
        <p:txBody>
          <a:body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6910867D-91D3-B720-A244-FD24C74DA5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86EF04-681E-2524-B3E5-B9708CFCC836}"/>
              </a:ext>
            </a:extLst>
          </p:cNvPr>
          <p:cNvSpPr>
            <a:spLocks noGrp="1"/>
          </p:cNvSpPr>
          <p:nvPr>
            <p:ph type="sldNum" sz="quarter" idx="12"/>
          </p:nvPr>
        </p:nvSpPr>
        <p:spPr/>
        <p:txBody>
          <a:bodyPr/>
          <a:lstStyle/>
          <a:p>
            <a:fld id="{6A5C015A-5590-452D-8A61-F2BB723D1C97}" type="slidenum">
              <a:rPr lang="en-IN" smtClean="0"/>
              <a:t>‹#›</a:t>
            </a:fld>
            <a:endParaRPr lang="en-IN"/>
          </a:p>
        </p:txBody>
      </p:sp>
    </p:spTree>
    <p:extLst>
      <p:ext uri="{BB962C8B-B14F-4D97-AF65-F5344CB8AC3E}">
        <p14:creationId xmlns:p14="http://schemas.microsoft.com/office/powerpoint/2010/main" val="985368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D9105-E4BA-E330-FD28-C598513396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40B5DC-D305-D960-0561-049AADF24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A0D5FA-67BB-4C82-7CFF-49B5414C9E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31D0BC-463A-4978-A918-155310E4D59F}" type="datetimeFigureOut">
              <a:rPr lang="en-IN" smtClean="0"/>
              <a:t>16-02-2025</a:t>
            </a:fld>
            <a:endParaRPr lang="en-IN"/>
          </a:p>
        </p:txBody>
      </p:sp>
      <p:sp>
        <p:nvSpPr>
          <p:cNvPr id="5" name="Footer Placeholder 4">
            <a:extLst>
              <a:ext uri="{FF2B5EF4-FFF2-40B4-BE49-F238E27FC236}">
                <a16:creationId xmlns:a16="http://schemas.microsoft.com/office/drawing/2014/main" id="{D635277F-7C24-DE6D-0945-0FF2396E9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DF7637-5CBE-1B5F-597E-3A32E06DAA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5C015A-5590-452D-8A61-F2BB723D1C97}" type="slidenum">
              <a:rPr lang="en-IN" smtClean="0"/>
              <a:t>‹#›</a:t>
            </a:fld>
            <a:endParaRPr lang="en-IN"/>
          </a:p>
        </p:txBody>
      </p:sp>
    </p:spTree>
    <p:extLst>
      <p:ext uri="{BB962C8B-B14F-4D97-AF65-F5344CB8AC3E}">
        <p14:creationId xmlns:p14="http://schemas.microsoft.com/office/powerpoint/2010/main" val="3803906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F61B-BFCB-A5FC-AC48-82B4C9E94774}"/>
              </a:ext>
            </a:extLst>
          </p:cNvPr>
          <p:cNvSpPr>
            <a:spLocks noGrp="1"/>
          </p:cNvSpPr>
          <p:nvPr>
            <p:ph type="ctrTitle"/>
          </p:nvPr>
        </p:nvSpPr>
        <p:spPr/>
        <p:txBody>
          <a:bodyPr/>
          <a:lstStyle/>
          <a:p>
            <a:r>
              <a:rPr lang="en-US" dirty="0"/>
              <a:t>Manifest</a:t>
            </a:r>
            <a:endParaRPr lang="en-IN" dirty="0"/>
          </a:p>
        </p:txBody>
      </p:sp>
      <p:sp>
        <p:nvSpPr>
          <p:cNvPr id="3" name="Subtitle 2">
            <a:extLst>
              <a:ext uri="{FF2B5EF4-FFF2-40B4-BE49-F238E27FC236}">
                <a16:creationId xmlns:a16="http://schemas.microsoft.com/office/drawing/2014/main" id="{D2862A95-C54A-8230-E571-DC0DA26389E8}"/>
              </a:ext>
            </a:extLst>
          </p:cNvPr>
          <p:cNvSpPr>
            <a:spLocks noGrp="1"/>
          </p:cNvSpPr>
          <p:nvPr>
            <p:ph type="subTitle" idx="1"/>
          </p:nvPr>
        </p:nvSpPr>
        <p:spPr/>
        <p:txBody>
          <a:bodyPr/>
          <a:lstStyle/>
          <a:p>
            <a:r>
              <a:rPr lang="en-US" dirty="0"/>
              <a:t>Manifest your growth with us</a:t>
            </a:r>
            <a:endParaRPr lang="en-IN" dirty="0"/>
          </a:p>
        </p:txBody>
      </p:sp>
    </p:spTree>
    <p:extLst>
      <p:ext uri="{BB962C8B-B14F-4D97-AF65-F5344CB8AC3E}">
        <p14:creationId xmlns:p14="http://schemas.microsoft.com/office/powerpoint/2010/main" val="391254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438B1-DCFF-5B98-2171-ECEA83598AA3}"/>
              </a:ext>
            </a:extLst>
          </p:cNvPr>
          <p:cNvSpPr>
            <a:spLocks noGrp="1"/>
          </p:cNvSpPr>
          <p:nvPr>
            <p:ph type="title"/>
          </p:nvPr>
        </p:nvSpPr>
        <p:spPr/>
        <p:txBody>
          <a:bodyPr/>
          <a:lstStyle/>
          <a:p>
            <a:r>
              <a:rPr lang="en-US" dirty="0"/>
              <a:t>Overview:</a:t>
            </a:r>
            <a:endParaRPr lang="en-IN" dirty="0"/>
          </a:p>
        </p:txBody>
      </p:sp>
      <p:sp>
        <p:nvSpPr>
          <p:cNvPr id="4" name="Rectangle 1">
            <a:extLst>
              <a:ext uri="{FF2B5EF4-FFF2-40B4-BE49-F238E27FC236}">
                <a16:creationId xmlns:a16="http://schemas.microsoft.com/office/drawing/2014/main" id="{81F377D8-6670-3F55-C460-09A5C09C2D76}"/>
              </a:ext>
            </a:extLst>
          </p:cNvPr>
          <p:cNvSpPr>
            <a:spLocks noGrp="1" noChangeArrowheads="1"/>
          </p:cNvSpPr>
          <p:nvPr>
            <p:ph idx="1"/>
          </p:nvPr>
        </p:nvSpPr>
        <p:spPr bwMode="auto">
          <a:xfrm>
            <a:off x="426720" y="1749874"/>
            <a:ext cx="10710672" cy="5770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Our platform is a dynamic, all-in-one solution designed to guide, empower, and connect entrepreneurs at every stage of their business journey. By combining cutting-edge AI technology, expert insights, and a collaborative community, this website provides everything entrepreneurs need to solve doubts, refine their strategies, and grow their businesses effectively.</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lang="en-US" sz="1800" dirty="0">
                <a:latin typeface="Arial" panose="020B0604020202020204" pitchFamily="34" charset="0"/>
                <a:cs typeface="Arial" panose="020B0604020202020204" pitchFamily="34" charset="0"/>
              </a:rPr>
              <a:t>Our website is designed to be an all-in-one platform for entrepreneurs, providing valuable tools, resources, and guidance throughout every stage of their business journey. Whether you're a newcomer just starting your venture or an experienced entrepreneur seeking to scale, our platform is here to help you navigate challenges, make informed decisions, and ultimately succeed.</a:t>
            </a:r>
          </a:p>
          <a:p>
            <a:pPr marL="0" marR="0" lvl="0" indent="0" algn="l" defTabSz="914400" rtl="0" eaLnBrk="0" fontAlgn="base" latinLnBrk="0" hangingPunct="0">
              <a:lnSpc>
                <a:spcPct val="100000"/>
              </a:lnSpc>
              <a:spcBef>
                <a:spcPct val="0"/>
              </a:spcBef>
              <a:spcAft>
                <a:spcPct val="0"/>
              </a:spcAft>
              <a:buClrTx/>
              <a:buSzTx/>
              <a:buNone/>
              <a:tabLst/>
            </a:pPr>
            <a:endParaRPr lang="en-US" sz="1800" dirty="0">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pPr>
            <a:r>
              <a:rPr lang="en-US" sz="1800" dirty="0">
                <a:latin typeface="Arial" panose="020B0604020202020204" pitchFamily="34" charset="0"/>
                <a:cs typeface="Arial" panose="020B0604020202020204" pitchFamily="34" charset="0"/>
              </a:rPr>
              <a:t>In essence, our website is a comprehensive hub for everything an entrepreneur needs to succeed, from expert advice and mentorship to practical tools for planning, funding, and growing a business. It is designed to empower entrepreneurs, helping them take the next step with confidence, knowledge, and support.</a:t>
            </a:r>
          </a:p>
          <a:p>
            <a:pPr marL="0" marR="0" lvl="0" indent="0" algn="l" defTabSz="914400" rtl="0" eaLnBrk="0" fontAlgn="base" latinLnBrk="0" hangingPunct="0">
              <a:lnSpc>
                <a:spcPct val="100000"/>
              </a:lnSpc>
              <a:spcBef>
                <a:spcPct val="0"/>
              </a:spcBef>
              <a:spcAft>
                <a:spcPct val="0"/>
              </a:spcAft>
              <a:buClrTx/>
              <a:buSzTx/>
              <a:buNone/>
              <a:tabLst/>
            </a:pPr>
            <a:endParaRPr lang="en-US" sz="18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18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341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11AA-C40D-6924-A2CB-3E75087782FE}"/>
              </a:ext>
            </a:extLst>
          </p:cNvPr>
          <p:cNvSpPr>
            <a:spLocks noGrp="1"/>
          </p:cNvSpPr>
          <p:nvPr>
            <p:ph type="title"/>
          </p:nvPr>
        </p:nvSpPr>
        <p:spPr/>
        <p:txBody>
          <a:bodyPr/>
          <a:lstStyle/>
          <a:p>
            <a:r>
              <a:rPr lang="en-US" b="1" dirty="0"/>
              <a:t>Core features:</a:t>
            </a:r>
            <a:endParaRPr lang="en-IN" b="1" dirty="0"/>
          </a:p>
        </p:txBody>
      </p:sp>
      <p:sp>
        <p:nvSpPr>
          <p:cNvPr id="3" name="Content Placeholder 2">
            <a:extLst>
              <a:ext uri="{FF2B5EF4-FFF2-40B4-BE49-F238E27FC236}">
                <a16:creationId xmlns:a16="http://schemas.microsoft.com/office/drawing/2014/main" id="{945E02D6-48C6-A6EA-7EFF-ED8A0B41FEB8}"/>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AI-Powered Business Advisor: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Instant, intelligent answers to common entrepreneurial questions. The AI system offers personalized guidance tailored to your business, helping you navigate key decisions from registration to marketing.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Expert Q&amp;A Forum</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vibrant community where entrepreneurs can ask questions and get answers from industry experts, seasoned mentors, and fellow business owners. Users can vote on the best responses, ensuring the most valuable insights rise to the top.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potential co-founders who have complementary skills and share the same vision and goals. </a:t>
            </a:r>
          </a:p>
          <a:p>
            <a:pPr marL="0" indent="0">
              <a:buNone/>
            </a:pPr>
            <a:endParaRPr lang="en-US" sz="1800" b="1" dirty="0"/>
          </a:p>
          <a:p>
            <a:endParaRPr lang="en-US" sz="1800" b="1" dirty="0"/>
          </a:p>
          <a:p>
            <a:endParaRPr lang="en-IN" sz="1800" b="1" dirty="0"/>
          </a:p>
        </p:txBody>
      </p:sp>
    </p:spTree>
    <p:extLst>
      <p:ext uri="{BB962C8B-B14F-4D97-AF65-F5344CB8AC3E}">
        <p14:creationId xmlns:p14="http://schemas.microsoft.com/office/powerpoint/2010/main" val="2463825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8B6E3-7077-A0DF-D11A-1F03EC13EFA2}"/>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0C83129E-638D-A1EC-6721-C7A1B6561A8B}"/>
              </a:ext>
            </a:extLst>
          </p:cNvPr>
          <p:cNvSpPr>
            <a:spLocks noGrp="1" noChangeArrowheads="1"/>
          </p:cNvSpPr>
          <p:nvPr>
            <p:ph idx="1"/>
          </p:nvPr>
        </p:nvSpPr>
        <p:spPr bwMode="auto">
          <a:xfrm>
            <a:off x="838200" y="1893919"/>
            <a:ext cx="1092708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sz="2000" b="1" dirty="0"/>
              <a:t>3.Market Research &amp; Trend Analysis Tool: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Market Research &amp; Trend Analysis Tool</a:t>
            </a:r>
            <a:r>
              <a:rPr kumimoji="0" lang="en-US" altLang="en-US" sz="2000" b="0" i="0" u="none" strike="noStrike" cap="none" normalizeH="0" baseline="0" dirty="0">
                <a:ln>
                  <a:noFill/>
                </a:ln>
                <a:solidFill>
                  <a:schemeClr val="tx1"/>
                </a:solidFill>
                <a:effectLst/>
                <a:latin typeface="Arial" panose="020B0604020202020204" pitchFamily="34" charset="0"/>
              </a:rPr>
              <a:t>: Provides insights into industry trends and opportunities, powered by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Market Sizing</a:t>
            </a:r>
            <a:r>
              <a:rPr kumimoji="0" lang="en-US" altLang="en-US" sz="2000" b="0" i="0" u="none" strike="noStrike" cap="none" normalizeH="0" baseline="0" dirty="0">
                <a:ln>
                  <a:noFill/>
                </a:ln>
                <a:solidFill>
                  <a:schemeClr val="tx1"/>
                </a:solidFill>
                <a:effectLst/>
                <a:latin typeface="Arial" panose="020B0604020202020204" pitchFamily="34" charset="0"/>
              </a:rPr>
              <a:t>: Helps estimate the total market potential, evaluating revenue opportunities and market growth.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Competition Analysis</a:t>
            </a:r>
            <a:r>
              <a:rPr kumimoji="0" lang="en-US" altLang="en-US" sz="2000" b="0" i="0" u="none" strike="noStrike" cap="none" normalizeH="0" baseline="0" dirty="0">
                <a:ln>
                  <a:noFill/>
                </a:ln>
                <a:solidFill>
                  <a:schemeClr val="tx1"/>
                </a:solidFill>
                <a:effectLst/>
                <a:latin typeface="Arial" panose="020B0604020202020204" pitchFamily="34" charset="0"/>
              </a:rPr>
              <a:t>: Tracks and analyzes competitors, identifying strengths, weaknesses, and opportunities to gain a competitive 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Customer Segmentation</a:t>
            </a:r>
            <a:r>
              <a:rPr kumimoji="0" lang="en-US" altLang="en-US" sz="2000" b="0" i="0" u="none" strike="noStrike" cap="none" normalizeH="0" baseline="0" dirty="0">
                <a:ln>
                  <a:noFill/>
                </a:ln>
                <a:solidFill>
                  <a:schemeClr val="tx1"/>
                </a:solidFill>
                <a:effectLst/>
                <a:latin typeface="Arial" panose="020B0604020202020204" pitchFamily="34" charset="0"/>
              </a:rPr>
              <a:t>: Analyzes customer base to create targeted marketing strategies, improving retention and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Revenue Benchmarking</a:t>
            </a:r>
            <a:r>
              <a:rPr kumimoji="0" lang="en-US" altLang="en-US" sz="2000" b="0" i="0" u="none" strike="noStrike" cap="none" normalizeH="0" baseline="0" dirty="0">
                <a:ln>
                  <a:noFill/>
                </a:ln>
                <a:solidFill>
                  <a:schemeClr val="tx1"/>
                </a:solidFill>
                <a:effectLst/>
                <a:latin typeface="Arial" panose="020B0604020202020204" pitchFamily="34" charset="0"/>
              </a:rPr>
              <a:t>: Compares your revenue with industry standards, helping set financial goals and assess business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8852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75392-37F0-1762-3572-999FEC5219CA}"/>
              </a:ext>
            </a:extLst>
          </p:cNvPr>
          <p:cNvSpPr>
            <a:spLocks noGrp="1"/>
          </p:cNvSpPr>
          <p:nvPr>
            <p:ph type="title"/>
          </p:nvPr>
        </p:nvSpPr>
        <p:spPr/>
        <p:txBody>
          <a:bodyPr/>
          <a:lstStyle/>
          <a:p>
            <a:endParaRPr lang="en-IN" dirty="0"/>
          </a:p>
        </p:txBody>
      </p:sp>
      <p:pic>
        <p:nvPicPr>
          <p:cNvPr id="11" name="Content Placeholder 10">
            <a:extLst>
              <a:ext uri="{FF2B5EF4-FFF2-40B4-BE49-F238E27FC236}">
                <a16:creationId xmlns:a16="http://schemas.microsoft.com/office/drawing/2014/main" id="{CB5FAE5F-D67F-793B-8DB3-905DABD058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1600"/>
            <a:ext cx="12192000" cy="6959600"/>
          </a:xfrm>
        </p:spPr>
      </p:pic>
    </p:spTree>
    <p:extLst>
      <p:ext uri="{BB962C8B-B14F-4D97-AF65-F5344CB8AC3E}">
        <p14:creationId xmlns:p14="http://schemas.microsoft.com/office/powerpoint/2010/main" val="3583624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C02EC-664D-C2E1-FF84-3CC8BD5A9748}"/>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CB586CD-E6CF-59B1-0475-C0A0C49196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374879" cy="7071360"/>
          </a:xfrm>
        </p:spPr>
      </p:pic>
    </p:spTree>
    <p:extLst>
      <p:ext uri="{BB962C8B-B14F-4D97-AF65-F5344CB8AC3E}">
        <p14:creationId xmlns:p14="http://schemas.microsoft.com/office/powerpoint/2010/main" val="1059603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5A157D-5A9A-B706-BF66-E2F85CE9D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287"/>
            <a:ext cx="12192000" cy="6829425"/>
          </a:xfrm>
          <a:prstGeom prst="rect">
            <a:avLst/>
          </a:prstGeom>
        </p:spPr>
      </p:pic>
    </p:spTree>
    <p:extLst>
      <p:ext uri="{BB962C8B-B14F-4D97-AF65-F5344CB8AC3E}">
        <p14:creationId xmlns:p14="http://schemas.microsoft.com/office/powerpoint/2010/main" val="3891376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50EF-11F3-CBBC-9505-4F260781723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724617A-83E9-8E3B-BF30-1ADAD5A64C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3678"/>
            <a:ext cx="12070080" cy="6634321"/>
          </a:xfrm>
        </p:spPr>
      </p:pic>
    </p:spTree>
    <p:extLst>
      <p:ext uri="{BB962C8B-B14F-4D97-AF65-F5344CB8AC3E}">
        <p14:creationId xmlns:p14="http://schemas.microsoft.com/office/powerpoint/2010/main" val="105285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4580-3AE5-8054-E28B-1167CCDA47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5CA20BC-BB7F-BADA-918C-BA81EF2888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Tree>
    <p:extLst>
      <p:ext uri="{BB962C8B-B14F-4D97-AF65-F5344CB8AC3E}">
        <p14:creationId xmlns:p14="http://schemas.microsoft.com/office/powerpoint/2010/main" val="2563415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63921B-4283-9379-4D08-D46E1845D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12192000" cy="6848475"/>
          </a:xfrm>
          <a:prstGeom prst="rect">
            <a:avLst/>
          </a:prstGeom>
        </p:spPr>
      </p:pic>
    </p:spTree>
    <p:extLst>
      <p:ext uri="{BB962C8B-B14F-4D97-AF65-F5344CB8AC3E}">
        <p14:creationId xmlns:p14="http://schemas.microsoft.com/office/powerpoint/2010/main" val="189720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CC1A-C26D-339A-AA1A-AAB355D327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5911C86-97A3-4767-4A07-EB4643CF21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2765" y="1825625"/>
            <a:ext cx="7746470" cy="4351338"/>
          </a:xfrm>
        </p:spPr>
      </p:pic>
      <p:pic>
        <p:nvPicPr>
          <p:cNvPr id="7" name="Picture 6">
            <a:extLst>
              <a:ext uri="{FF2B5EF4-FFF2-40B4-BE49-F238E27FC236}">
                <a16:creationId xmlns:a16="http://schemas.microsoft.com/office/drawing/2014/main" id="{2A8D90EC-022B-EAC6-A811-57A655399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6687"/>
            <a:ext cx="12192000" cy="6524625"/>
          </a:xfrm>
          <a:prstGeom prst="rect">
            <a:avLst/>
          </a:prstGeom>
        </p:spPr>
      </p:pic>
    </p:spTree>
    <p:extLst>
      <p:ext uri="{BB962C8B-B14F-4D97-AF65-F5344CB8AC3E}">
        <p14:creationId xmlns:p14="http://schemas.microsoft.com/office/powerpoint/2010/main" val="419146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4445C8-66E1-B031-EC61-94A19A11D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07" y="0"/>
            <a:ext cx="12024986" cy="6858000"/>
          </a:xfrm>
          <a:prstGeom prst="rect">
            <a:avLst/>
          </a:prstGeom>
        </p:spPr>
      </p:pic>
    </p:spTree>
    <p:extLst>
      <p:ext uri="{BB962C8B-B14F-4D97-AF65-F5344CB8AC3E}">
        <p14:creationId xmlns:p14="http://schemas.microsoft.com/office/powerpoint/2010/main" val="1471065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AEB1621-27AE-DF56-B97C-F55B6F7B4542}"/>
              </a:ext>
            </a:extLst>
          </p:cNvPr>
          <p:cNvPicPr>
            <a:picLocks noChangeAspect="1"/>
          </p:cNvPicPr>
          <p:nvPr/>
        </p:nvPicPr>
        <p:blipFill>
          <a:blip r:embed="rId2"/>
          <a:stretch>
            <a:fillRect/>
          </a:stretch>
        </p:blipFill>
        <p:spPr>
          <a:xfrm>
            <a:off x="0" y="385825"/>
            <a:ext cx="12192000" cy="6086350"/>
          </a:xfrm>
          <a:prstGeom prst="rect">
            <a:avLst/>
          </a:prstGeom>
        </p:spPr>
      </p:pic>
    </p:spTree>
    <p:extLst>
      <p:ext uri="{BB962C8B-B14F-4D97-AF65-F5344CB8AC3E}">
        <p14:creationId xmlns:p14="http://schemas.microsoft.com/office/powerpoint/2010/main" val="715456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31CD60-6D05-8834-18DF-D82D9BA60A58}"/>
              </a:ext>
            </a:extLst>
          </p:cNvPr>
          <p:cNvPicPr>
            <a:picLocks noChangeAspect="1"/>
          </p:cNvPicPr>
          <p:nvPr/>
        </p:nvPicPr>
        <p:blipFill>
          <a:blip r:embed="rId2"/>
          <a:stretch>
            <a:fillRect/>
          </a:stretch>
        </p:blipFill>
        <p:spPr>
          <a:xfrm>
            <a:off x="0" y="390656"/>
            <a:ext cx="12192000" cy="6076688"/>
          </a:xfrm>
          <a:prstGeom prst="rect">
            <a:avLst/>
          </a:prstGeom>
        </p:spPr>
      </p:pic>
    </p:spTree>
    <p:extLst>
      <p:ext uri="{BB962C8B-B14F-4D97-AF65-F5344CB8AC3E}">
        <p14:creationId xmlns:p14="http://schemas.microsoft.com/office/powerpoint/2010/main" val="1698335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A28EB6-C2A8-10E7-B1BC-5451F1726006}"/>
              </a:ext>
            </a:extLst>
          </p:cNvPr>
          <p:cNvPicPr>
            <a:picLocks noChangeAspect="1"/>
          </p:cNvPicPr>
          <p:nvPr/>
        </p:nvPicPr>
        <p:blipFill>
          <a:blip r:embed="rId2"/>
          <a:stretch>
            <a:fillRect/>
          </a:stretch>
        </p:blipFill>
        <p:spPr>
          <a:xfrm>
            <a:off x="0" y="415998"/>
            <a:ext cx="12192000" cy="6026004"/>
          </a:xfrm>
          <a:prstGeom prst="rect">
            <a:avLst/>
          </a:prstGeom>
        </p:spPr>
      </p:pic>
    </p:spTree>
    <p:extLst>
      <p:ext uri="{BB962C8B-B14F-4D97-AF65-F5344CB8AC3E}">
        <p14:creationId xmlns:p14="http://schemas.microsoft.com/office/powerpoint/2010/main" val="566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304272-F229-B29F-2EC6-6153DB12A0C8}"/>
              </a:ext>
            </a:extLst>
          </p:cNvPr>
          <p:cNvPicPr>
            <a:picLocks noChangeAspect="1"/>
          </p:cNvPicPr>
          <p:nvPr/>
        </p:nvPicPr>
        <p:blipFill>
          <a:blip r:embed="rId2"/>
          <a:stretch>
            <a:fillRect/>
          </a:stretch>
        </p:blipFill>
        <p:spPr>
          <a:xfrm>
            <a:off x="0" y="382610"/>
            <a:ext cx="12192000" cy="6092780"/>
          </a:xfrm>
          <a:prstGeom prst="rect">
            <a:avLst/>
          </a:prstGeom>
        </p:spPr>
      </p:pic>
    </p:spTree>
    <p:extLst>
      <p:ext uri="{BB962C8B-B14F-4D97-AF65-F5344CB8AC3E}">
        <p14:creationId xmlns:p14="http://schemas.microsoft.com/office/powerpoint/2010/main" val="1781005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456C5-C6B4-16C1-1329-A47FEDA33D7B}"/>
              </a:ext>
            </a:extLst>
          </p:cNvPr>
          <p:cNvPicPr>
            <a:picLocks noChangeAspect="1"/>
          </p:cNvPicPr>
          <p:nvPr/>
        </p:nvPicPr>
        <p:blipFill>
          <a:blip r:embed="rId2"/>
          <a:stretch>
            <a:fillRect/>
          </a:stretch>
        </p:blipFill>
        <p:spPr>
          <a:xfrm>
            <a:off x="0" y="382615"/>
            <a:ext cx="12192000" cy="6092770"/>
          </a:xfrm>
          <a:prstGeom prst="rect">
            <a:avLst/>
          </a:prstGeom>
        </p:spPr>
      </p:pic>
    </p:spTree>
    <p:extLst>
      <p:ext uri="{BB962C8B-B14F-4D97-AF65-F5344CB8AC3E}">
        <p14:creationId xmlns:p14="http://schemas.microsoft.com/office/powerpoint/2010/main" val="1175828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385</Words>
  <Application>Microsoft Office PowerPoint</Application>
  <PresentationFormat>Widescreen</PresentationFormat>
  <Paragraphs>27</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Manifest</vt:lpstr>
      <vt:lpstr>Overview:</vt:lpstr>
      <vt:lpstr>Core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Hrishti Paprunia</dc:creator>
  <cp:lastModifiedBy>Palakh Bhaykar</cp:lastModifiedBy>
  <cp:revision>3</cp:revision>
  <dcterms:created xsi:type="dcterms:W3CDTF">2025-02-16T06:29:40Z</dcterms:created>
  <dcterms:modified xsi:type="dcterms:W3CDTF">2025-02-16T08:18:37Z</dcterms:modified>
</cp:coreProperties>
</file>